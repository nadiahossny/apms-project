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01 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Project: APMS &amp; Roshetety</a:t>
            </a:r>
          </a:p>
          <a:p>
            <a:pPr/>
            <a:r>
              <a:t>Goal: Replace manual paper work with a smart pharmacy system</a:t>
            </a:r>
          </a:p>
          <a:p>
            <a:pPr/>
            <a:r>
              <a:t>Why?: Pharmacies lose money on expired drugs and patients wait too long</a:t>
            </a:r>
          </a:p>
          <a:p>
            <a:pPr/>
            <a:r>
              <a:t>Vision: Connect patients at home to a robotic dispenser in the pharmacy</a:t>
            </a:r>
          </a:p>
        </p:txBody>
      </p:sp>
      <p:pic>
        <p:nvPicPr>
          <p:cNvPr id="4" name="Picture 3" descr="management_system_and_h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02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Pharmacies still use old ledgers and paper prescriptions</a:t>
            </a:r>
          </a:p>
          <a:p>
            <a:pPr/>
            <a:r>
              <a:t>Reading handwritten prescriptions causes dangerous medical errors</a:t>
            </a:r>
          </a:p>
          <a:p>
            <a:pPr/>
            <a:r>
              <a:t>Robots exist but lack software that connects them to the patient</a:t>
            </a:r>
          </a:p>
          <a:p>
            <a:pPr/>
            <a:r>
              <a:t>We used modern technologies (Flutter, AI, OCR) to solve this</a:t>
            </a:r>
          </a:p>
        </p:txBody>
      </p:sp>
      <p:pic>
        <p:nvPicPr>
          <p:cNvPr id="4" name="Picture 3" descr="staff_use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46397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03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1. Pharmacists cannot read bad handwriting</a:t>
            </a:r>
          </a:p>
          <a:p>
            <a:pPr/>
            <a:r>
              <a:t>2. Medicine expires on shelves without warning</a:t>
            </a:r>
          </a:p>
          <a:p>
            <a:pPr/>
            <a:r>
              <a:t>3. Patients waste time going to pharmacies just to check if medicine exists</a:t>
            </a:r>
          </a:p>
          <a:p>
            <a:pPr/>
            <a:r>
              <a:t>4. Missing data to forecast future sales</a:t>
            </a:r>
          </a:p>
        </p:txBody>
      </p:sp>
      <p:pic>
        <p:nvPicPr>
          <p:cNvPr id="4" name="Picture 3" descr="user_perso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0965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04 Available Solutions &amp;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Current systems are too complex and don't include AI or Robots</a:t>
            </a:r>
          </a:p>
          <a:p>
            <a:pPr/>
            <a:r>
              <a:t>Our Solution: 'Roshetety' app for patients to scan prescriptions</a:t>
            </a:r>
          </a:p>
          <a:p>
            <a:pPr/>
            <a:r>
              <a:t>Our Solution: 'APMS' dashboard for staff to manage stock</a:t>
            </a:r>
          </a:p>
          <a:p>
            <a:pPr/>
            <a:r>
              <a:t>We connected them automatically to a physical robotic arm!</a:t>
            </a:r>
          </a:p>
        </p:txBody>
      </p:sp>
      <p:pic>
        <p:nvPicPr>
          <p:cNvPr id="4" name="Picture 3" descr="uiux_user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5829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05 User Analysis and Design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Designed for three main users: Manager, Staff, Patient</a:t>
            </a:r>
          </a:p>
          <a:p>
            <a:pPr/>
            <a:r>
              <a:t>Used simple, clear buttons and big text for busy staff</a:t>
            </a:r>
          </a:p>
          <a:p>
            <a:pPr/>
            <a:r>
              <a:t>Colors tell a story: Green (In Stock), Red (Expired), Yellow (Low)</a:t>
            </a:r>
          </a:p>
          <a:p>
            <a:pPr/>
            <a:r>
              <a:t>Arabic language support for all patients in Egypt</a:t>
            </a:r>
          </a:p>
        </p:txBody>
      </p:sp>
      <p:pic>
        <p:nvPicPr>
          <p:cNvPr id="4" name="Picture 3" descr="design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6592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06 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Reviewed standard Pharmacy Management Systems</a:t>
            </a:r>
          </a:p>
          <a:p>
            <a:pPr/>
            <a:r>
              <a:t>Researched Optical Character Recognition (OCR) for reading medical text</a:t>
            </a:r>
          </a:p>
          <a:p>
            <a:pPr/>
            <a:r>
              <a:t>Studied AI models for predicting medicine demand</a:t>
            </a:r>
          </a:p>
          <a:p>
            <a:pPr/>
            <a:r>
              <a:t>Selected the best open-source AI tools suitable for local networks</a:t>
            </a:r>
          </a:p>
        </p:txBody>
      </p:sp>
      <p:pic>
        <p:nvPicPr>
          <p:cNvPr id="4" name="Picture 3" descr="ai_foreca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034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07 Methodology and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Built a central brain (API Gateway) that handles all requests</a:t>
            </a:r>
          </a:p>
          <a:p>
            <a:pPr/>
            <a:r>
              <a:t>Created a secure Database to store all invoices and stock</a:t>
            </a:r>
          </a:p>
          <a:p>
            <a:pPr/>
            <a:r>
              <a:t>Added an AI command center that runs locally without internet</a:t>
            </a:r>
          </a:p>
          <a:p>
            <a:pPr/>
            <a:r>
              <a:t>Ensured system works fully offline to protect patient data</a:t>
            </a:r>
          </a:p>
        </p:txBody>
      </p:sp>
      <p:pic>
        <p:nvPicPr>
          <p:cNvPr id="4" name="Picture 3" descr="layere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45675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08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Developed the Patient App and Staff Dashboard using Flutter</a:t>
            </a:r>
          </a:p>
          <a:p>
            <a:pPr/>
            <a:r>
              <a:t>Built smart AI that fixes spelling mistakes in OCR reading</a:t>
            </a:r>
          </a:p>
          <a:p>
            <a:pPr/>
            <a:r>
              <a:t>Created a Chatbot where managers can ask 'What is expiring?'</a:t>
            </a:r>
          </a:p>
          <a:p>
            <a:pPr/>
            <a:r>
              <a:t>Successfully connected software to the hardware Robot Arm</a:t>
            </a:r>
          </a:p>
        </p:txBody>
      </p:sp>
      <p:pic>
        <p:nvPicPr>
          <p:cNvPr id="4" name="Picture 3" descr="hardware_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121651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09 Evaluation and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The OCR system successfully reads difficult prescriptions</a:t>
            </a:r>
          </a:p>
          <a:p>
            <a:pPr/>
            <a:r>
              <a:t>The AI accurately predicts which medicines will be needed next month</a:t>
            </a:r>
          </a:p>
          <a:p>
            <a:pPr/>
            <a:r>
              <a:t>The system is extremely fast (under 1 second response)</a:t>
            </a:r>
          </a:p>
          <a:p>
            <a:pPr/>
            <a:r>
              <a:t>The Robot successfully dispenses the correct medicine automatically</a:t>
            </a:r>
          </a:p>
        </p:txBody>
      </p:sp>
      <p:pic>
        <p:nvPicPr>
          <p:cNvPr id="4" name="Picture 3" descr="ocr_pipelin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94218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10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Connecting multiple pharmacies in a large chain</a:t>
            </a:r>
          </a:p>
          <a:p>
            <a:pPr/>
            <a:r>
              <a:t>Adding online payment directly in the patient app</a:t>
            </a:r>
          </a:p>
          <a:p>
            <a:pPr/>
            <a:r>
              <a:t>Using cameras to double-check the robot picked the right box</a:t>
            </a:r>
          </a:p>
          <a:p>
            <a:pPr/>
            <a:r>
              <a:t>Expanding the AI to provide medical advice to pharmacists</a:t>
            </a:r>
          </a:p>
        </p:txBody>
      </p:sp>
      <p:pic>
        <p:nvPicPr>
          <p:cNvPr id="4" name="Picture 3" descr="deploymen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4845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