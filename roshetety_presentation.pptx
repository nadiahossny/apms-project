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roshetety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Pharmacy Management and Robotic Dispensing Ecosystem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 &amp;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High incidence of critical errors in manual medication dispensing</a:t>
            </a:r>
          </a:p>
          <a:p>
            <a:r>
              <a:t>Inefficient reliance on legacy, paper-based operational workflows</a:t>
            </a:r>
          </a:p>
          <a:p>
            <a:r>
              <a:t>Prohibitive costs of existing enterprise robotic solutions</a:t>
            </a:r>
          </a:p>
          <a:p>
            <a:r>
              <a:t>Current robotics strictly limited to massive hospital infrastructures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Review &amp; Competitor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1828800"/>
                <a:gridCol w="2286000"/>
              </a:tblGrid>
              <a:tr h="609600">
                <a:tc>
                  <a:txBody>
                    <a:bodyPr/>
                    <a:lstStyle/>
                    <a:p>
                      <a:r>
                        <a:t>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Software-Only Apps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Enterprise Robotics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roshetety (Proposed)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Automated Physical Dispensing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Eliminates Manual Data Entry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(Heavy manual entry)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Social/Patient App for Prescriptions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Real-Time User Order Tracking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Affordable/Accessible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No (Expensive)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Analysis &amp; Stakeholder Needs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Survey Results / Charts Here]</a:t>
            </a:r>
          </a:p>
          <a:p>
            <a:pPr/>
            <a:r>
              <a:t>Pharmacist Needs:</a:t>
            </a:r>
          </a:p>
          <a:p>
            <a:pPr lvl="1"/>
            <a:r>
              <a:t>Significant reduction in manual data entry requirements</a:t>
            </a:r>
          </a:p>
          <a:p>
            <a:pPr lvl="1"/>
            <a:r>
              <a:t>Mitigation of cognitive and physical fatigue during high-volume periods</a:t>
            </a:r>
          </a:p>
          <a:p>
            <a:pPr/>
            <a:r>
              <a:t>Patient Needs:</a:t>
            </a:r>
          </a:p>
          <a:p>
            <a:pPr lvl="1"/>
            <a:r>
              <a:t>Transparent, real-time order status tracking</a:t>
            </a:r>
          </a:p>
          <a:p>
            <a:pPr lvl="1"/>
            <a:r>
              <a:t>Minimization of on-site prescription fulfillment wait times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HCI &amp; Design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Minimalist Interfaces: Streamlined data presentation to reduce visual clutter</a:t>
            </a:r>
          </a:p>
          <a:p>
            <a:r>
              <a:t>Accessible Interaction Targets: Large buttons to accommodate rapid, precise input</a:t>
            </a:r>
          </a:p>
          <a:p>
            <a:r>
              <a:t>Color-Coded Alert Systems: Instant visual prioritization of system states</a:t>
            </a:r>
          </a:p>
          <a:p>
            <a:r>
              <a:t>Primary Objective: Strict reduction of cognitive load and operational fatigue for pharmacists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Dispensing Robotic Arm: Hardware execution of medication retrieval</a:t>
            </a:r>
          </a:p>
          <a:p>
            <a:r>
              <a:t>Pharmacy Management Dashboard: Centralized system administration and oversight</a:t>
            </a:r>
          </a:p>
          <a:p>
            <a:r>
              <a:t>Patient-Facing Application: Interfaces for prescription submission and order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&amp;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Sequential Operation Flow:</a:t>
            </a:r>
          </a:p>
          <a:p>
            <a:pPr lvl="1"/>
            <a:r>
              <a:t>Patient submits request via mobile application</a:t>
            </a:r>
          </a:p>
          <a:p>
            <a:pPr lvl="1"/>
            <a:r>
              <a:t>System backend processes and validates prescription data</a:t>
            </a:r>
          </a:p>
          <a:p>
            <a:pPr lvl="1"/>
            <a:r>
              <a:t>Management dashboard receives and queues the verified order</a:t>
            </a:r>
          </a:p>
          <a:p>
            <a:pPr lvl="1"/>
            <a:r>
              <a:t>Robotic arm executes precise physical dispensing protocol</a:t>
            </a:r>
          </a:p>
          <a:p>
            <a:pPr lvl="1"/>
            <a:r>
              <a:t>Application updates and tracks status in real-time</a:t>
            </a:r>
          </a:p>
          <a:p>
            <a:pPr/>
            <a:r>
              <a:t>Technical Integration:</a:t>
            </a:r>
          </a:p>
          <a:p>
            <a:pPr lvl="1"/>
            <a:r>
              <a:t>Frontend interfaces: React.js</a:t>
            </a:r>
          </a:p>
          <a:p>
            <a:pPr lvl="1"/>
            <a:r>
              <a:t>Backend processing: Node.js</a:t>
            </a:r>
          </a:p>
          <a:p>
            <a:pPr lvl="1"/>
            <a:r>
              <a:t>Relational Database: PostgreSQL</a:t>
            </a:r>
          </a:p>
          <a:p>
            <a:pPr lvl="1"/>
            <a:r>
              <a:t>Direct Hardware-Software synchronization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Full-Stack Implementation &amp; Hardware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 Realization:</a:t>
            </a:r>
          </a:p>
          <a:p>
            <a:pPr lvl="1"/>
            <a:r>
              <a:t>Deployment of the React.js and Node.js micro-architecture</a:t>
            </a:r>
          </a:p>
          <a:p>
            <a:pPr lvl="1"/>
            <a:r>
              <a:t>Integration of PostgreSQL for robust transactional data management</a:t>
            </a:r>
          </a:p>
          <a:p>
            <a:pPr lvl="1"/>
            <a:r>
              <a:t>Calibration and deployment of the automated dispensing hardware</a:t>
            </a:r>
          </a:p>
          <a:p>
            <a:pPr/>
            <a:r>
              <a:t>[Insert UI Screenshots]</a:t>
            </a:r>
          </a:p>
          <a:p>
            <a:pPr/>
            <a:r>
              <a:t>[Insert Robotic Arm Photo]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Dispensing Accuracy: Error rate measurement versus manual baseline</a:t>
            </a:r>
          </a:p>
          <a:p>
            <a:r>
              <a:t>Data Entry Efficiency: Percentage reduction in manual input time</a:t>
            </a:r>
          </a:p>
          <a:p>
            <a:r>
              <a:t>System Latency: End-to-end response time from app request to hardware execution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[Insert Competitor Application URLs]</a:t>
            </a:r>
          </a:p>
          <a:p>
            <a:r>
              <a:t>[Insert Referenced CS/HCI Literature]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