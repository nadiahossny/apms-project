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64768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400">
                <a:solidFill>
                  <a:srgbClr val="FFFFFF"/>
                </a:solidFill>
              </a:rPr>
              <a:t>GRADUATION PROJECT 2026
FACULTY OF COMPUTER SCIENCE &amp;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60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4114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404040"/>
                </a:solidFill>
              </a:rPr>
              <a:t>• Manual prescription handling leads to errors and delays.
• Inefficient inventory management causes stockouts and expired medicines.
• Lack of integrated software connecting digital orders to robotic hardware.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600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4114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404040"/>
                </a:solidFill>
              </a:rPr>
              <a:t>Develop an integrated smart pharmacy ecosystem (APMS &amp; Roshetety) to bridge patient-facing digital prescriptions with staff-facing AI inventory and robotic dispensing.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60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4114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404040"/>
                </a:solidFill>
              </a:rPr>
              <a:t>• Build bilingual patient mobile app for OCR prescription scanning.
• Create comprehensive staff dashboard for inventory and AI analytics.
• Implement machine learning for demand forecasting and expiry prediction.
• Integrate robotic dispensing arm via real-time WebSocket communication.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035040"/>
            <a:ext cx="27432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600">
                <a:solidFill>
                  <a:srgbClr val="FFFFFF"/>
                </a:solidFill>
              </a:rPr>
              <a:t>Project Title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92240"/>
            <a:ext cx="664768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1F3864"/>
                </a:solidFill>
              </a:rPr>
              <a:t>APMS &amp; ROSHETETY: INTEGRATED SMART PHARMACY 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7406640"/>
            <a:ext cx="27432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60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7863840"/>
            <a:ext cx="4114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404040"/>
                </a:solidFill>
              </a:rPr>
              <a:t>Flutter (Dart), Node.js, Express, PostgreSQL, Python, XGBoost, LangChain, Keras, WebSockets, Serial Communication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8869680"/>
            <a:ext cx="274320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b="1" sz="1600">
                <a:solidFill>
                  <a:srgbClr val="FFFFFF"/>
                </a:solidFill>
              </a:rPr>
              <a:t>Results and 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326880"/>
            <a:ext cx="4114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>
                <a:solidFill>
                  <a:srgbClr val="404040"/>
                </a:solidFill>
              </a:rPr>
              <a:t>• Successfully integrated patient app, staff dashboard, and robotic hardware.
• Achieved high accuracy in demand forecasting (XGBoost) and expiry prediction.
• Reduced prescription processing time and minimized manual inventory tracking errors.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875520"/>
            <a:ext cx="7562088" cy="8138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9966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STUDENT NAMES
Omar Khaled, Sarah Mahmoud, Ahmed 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9966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SUPERVISED BY:
Prof. Dr. Ayman El-Ghazaly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