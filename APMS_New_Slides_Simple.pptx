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Literature Review: Competitor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What They Offer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What They Are Missing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Yodawy / Chefaa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Online Delivery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Medicine delivery, insurance approvals, patient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They don't manage the pharmacy from inside, no robot connection, no smart predictions.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Standard Software</a:t>
                      </a:r>
                    </a:p>
                    <a:p>
                      <a:pPr>
                        <a:defRPr sz="1400"/>
                      </a:pPr>
                      <a:r>
                        <a:t>(SofTech, etc.)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Basic Pharmacy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Basic inventory, accounting, and cashier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 patient app, cannot read handwriting, no smart predictions for the future.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Global Systems</a:t>
                      </a:r>
                    </a:p>
                    <a:p>
                      <a:pPr>
                        <a:defRPr sz="1400"/>
                      </a:pPr>
                      <a:r>
                        <a:t>(SAP/Cerner)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Large Hospital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Massive systems for huge hospital chains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Very expensive, too complicated for normal pharmacies, no robot connection.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Our System</a:t>
                      </a:r>
                    </a:p>
                    <a:p>
                      <a:pPr>
                        <a:defRPr sz="1400"/>
                      </a:pPr>
                      <a:r>
                        <a:t>(APMS &amp; Roshetety)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Smart &amp; Complete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Patient App, Smart Robot, Reads Handwriting, Predicts Needs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(Proposed Solution)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User Analysis: Survey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Surveyed 50 people (30 Pharmacists, 20 Patients):</a:t>
            </a:r>
          </a:p>
          <a:p>
            <a:pPr/>
            <a:r>
              <a:t>Pharmacists' Main Problems:</a:t>
            </a:r>
          </a:p>
          <a:p>
            <a:pPr lvl="1"/>
            <a:r>
              <a:t>  - 85% struggle daily with reading bad handwriting on prescriptions.</a:t>
            </a:r>
          </a:p>
          <a:p>
            <a:pPr lvl="1"/>
            <a:r>
              <a:t>  - 70% lose money because medicines expire without anyone noticing.</a:t>
            </a:r>
          </a:p>
          <a:p>
            <a:pPr lvl="1"/>
            <a:r>
              <a:t>  - 90% need a smart system to tell them what medicines to buy next.</a:t>
            </a:r>
          </a:p>
          <a:p>
            <a:pPr/>
            <a:r>
              <a:t>Patients' Main Needs:</a:t>
            </a:r>
          </a:p>
          <a:p>
            <a:pPr lvl="1"/>
            <a:r>
              <a:t>  - 95% want to check if medicine is available before going to the pharmacy.</a:t>
            </a:r>
          </a:p>
          <a:p>
            <a:pPr lvl="1"/>
            <a:r>
              <a:t>  - 88% hate waiting for a long time while the pharmacist searches for the box.</a:t>
            </a:r>
          </a:p>
          <a:p>
            <a:pPr lvl="1"/>
            <a:r>
              <a:t>  - 80% want an easy-to-use Arabic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Literature Review: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El-Fawal, M. et al. 'Evaluation of E-Pharmacy platforms in Egypt: Yodawy and Chefaa Case Studies.' Journal of Healthcare Management, 2023.</a:t>
            </a:r>
          </a:p>
          <a:p>
            <a:pPr/>
            <a:r>
              <a:t>'The impact of poor handwriting on prescription errors.' National Institute of Health (NIH), 2021.</a:t>
            </a:r>
          </a:p>
          <a:p>
            <a:pPr/>
            <a:r>
              <a:t>Market Reports on Egyptian Pharmacy Systems (SofTech, PharmaCare), 2024.</a:t>
            </a:r>
          </a:p>
          <a:p>
            <a:pPr/>
            <a:r>
              <a:t>'Using Smart Software to Predict Medicine Needs.' IEEE Transactions, 2023.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