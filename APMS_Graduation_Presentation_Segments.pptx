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01 Introduction: Project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Project: APMS &amp; Roshetety</a:t>
            </a:r>
          </a:p>
          <a:p>
            <a:pPr/>
            <a:r>
              <a:t>Goal: Replace manual paper work with a smart pharmacy ecosystem</a:t>
            </a:r>
          </a:p>
          <a:p>
            <a:pPr/>
            <a:r>
              <a:t>Bridging the gap between the patient at home and the pharmacy</a:t>
            </a:r>
          </a:p>
          <a:p>
            <a:pPr/>
            <a:r>
              <a:t>Integrating software with physical robotic dispensing</a:t>
            </a:r>
          </a:p>
        </p:txBody>
      </p:sp>
      <p:pic>
        <p:nvPicPr>
          <p:cNvPr id="4" name="Picture 3" descr="management_system_and_h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01 Motivation: Why We Built This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Pharmacies suffer from massive losses due to expired drugs</a:t>
            </a:r>
          </a:p>
          <a:p>
            <a:pPr/>
            <a:r>
              <a:t>Patients wait too long and face errors due to bad handwriting</a:t>
            </a:r>
          </a:p>
          <a:p>
            <a:pPr/>
            <a:r>
              <a:t>The need for an automated, smart, and safe dispensing method</a:t>
            </a:r>
          </a:p>
          <a:p>
            <a:pPr/>
            <a:r>
              <a:t>A push for full digital transformation in Egyptian pharmacies</a:t>
            </a:r>
          </a:p>
        </p:txBody>
      </p:sp>
      <p:pic>
        <p:nvPicPr>
          <p:cNvPr id="4" name="Picture 3" descr="staff_use_ca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4114800" cy="463973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02 Background: Current Pharmacy State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Most pharmacies still rely on old physical ledgers</a:t>
            </a:r>
          </a:p>
          <a:p>
            <a:pPr/>
            <a:r>
              <a:t>Paper prescriptions are easily lost or misread</a:t>
            </a:r>
          </a:p>
          <a:p>
            <a:pPr/>
            <a:r>
              <a:t>Lack of real-time inventory tracking leads to unexpected stockouts</a:t>
            </a:r>
          </a:p>
          <a:p>
            <a:pPr/>
            <a:r>
              <a:t>Manual auditing takes hours of pharmacist time daily</a:t>
            </a:r>
          </a:p>
        </p:txBody>
      </p:sp>
      <p:pic>
        <p:nvPicPr>
          <p:cNvPr id="4" name="Picture 3" descr="inventory_sequ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4114800" cy="177257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02 Background: The Rise of AI in Healthcare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AI is now used to predict what medicines will be needed</a:t>
            </a:r>
          </a:p>
          <a:p>
            <a:pPr/>
            <a:r>
              <a:t>Optical Character Recognition (OCR) can now read medical texts</a:t>
            </a:r>
          </a:p>
          <a:p>
            <a:pPr/>
            <a:r>
              <a:t>Modern software can automate re-ordering of low stock</a:t>
            </a:r>
          </a:p>
          <a:p>
            <a:pPr/>
            <a:r>
              <a:t>Hardware robots are becoming affordable for local pharmacies</a:t>
            </a:r>
          </a:p>
        </p:txBody>
      </p:sp>
      <p:pic>
        <p:nvPicPr>
          <p:cNvPr id="4" name="Picture 3" descr="ai_forecas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4114800" cy="20346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03 Problem: The Danger of Bad Handwriting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Pharmacists struggle daily to decode doctors' handwriting</a:t>
            </a:r>
          </a:p>
          <a:p>
            <a:pPr/>
            <a:r>
              <a:t>Misread prescriptions lead to dangerous medical mistakes</a:t>
            </a:r>
          </a:p>
          <a:p>
            <a:pPr/>
            <a:r>
              <a:t>Time is wasted verifying the prescription with the doctor</a:t>
            </a:r>
          </a:p>
          <a:p>
            <a:pPr/>
            <a:r>
              <a:t>Patients get frustrated by long waiting times</a:t>
            </a:r>
          </a:p>
        </p:txBody>
      </p:sp>
      <p:pic>
        <p:nvPicPr>
          <p:cNvPr id="4" name="Picture 3" descr="user_person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4114800" cy="209655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03 Problem: Inventory &amp; Communication Losses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Medicines expire on shelves because they are hidden in the back</a:t>
            </a:r>
          </a:p>
          <a:p>
            <a:pPr/>
            <a:r>
              <a:t>Pharmacies run out of essential drugs without any warning</a:t>
            </a:r>
          </a:p>
          <a:p>
            <a:pPr/>
            <a:r>
              <a:t>Patients travel to the pharmacy only to find medicine is unavailable</a:t>
            </a:r>
          </a:p>
          <a:p>
            <a:pPr/>
            <a:r>
              <a:t>No direct digital communication channel between patient and staff</a:t>
            </a:r>
          </a:p>
        </p:txBody>
      </p:sp>
      <p:pic>
        <p:nvPicPr>
          <p:cNvPr id="4" name="Picture 3" descr="order_processing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4114800" cy="1292036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04 Available Solutions: Why Existing Systems Fail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Current systems are mostly basic cash-registers</a:t>
            </a:r>
          </a:p>
          <a:p>
            <a:pPr/>
            <a:r>
              <a:t>They do not include AI predictions or smart OCR</a:t>
            </a:r>
          </a:p>
          <a:p>
            <a:pPr/>
            <a:r>
              <a:t>They rely on cloud servers which can compromise patient privacy</a:t>
            </a:r>
          </a:p>
          <a:p>
            <a:pPr/>
            <a:r>
              <a:t>They cannot connect to physical dispensing robots natively</a:t>
            </a:r>
          </a:p>
        </p:txBody>
      </p:sp>
      <p:pic>
        <p:nvPicPr>
          <p:cNvPr id="4" name="Picture 3" descr="layered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4114800" cy="456751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04 Proposed Solution: Roshetety Patient App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A mobile app (Roshetety) for patients to use at home</a:t>
            </a:r>
          </a:p>
          <a:p>
            <a:pPr/>
            <a:r>
              <a:t>Patients take a photo of the prescription using their phone</a:t>
            </a:r>
          </a:p>
          <a:p>
            <a:pPr/>
            <a:r>
              <a:t>The app checks if the pharmacy has the medicine in stock instantly</a:t>
            </a:r>
          </a:p>
          <a:p>
            <a:pPr/>
            <a:r>
              <a:t>Supports Arabic language fully for the Egyptian market</a:t>
            </a:r>
          </a:p>
        </p:txBody>
      </p:sp>
      <p:pic>
        <p:nvPicPr>
          <p:cNvPr id="4" name="Picture 3" descr="uiux_user_journ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4114800" cy="258298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04 Proposed Solution: APMS Staff Dashboard &amp; Robot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A smart dashboard (APMS) for the pharmacy staff to manage orders</a:t>
            </a:r>
          </a:p>
          <a:p>
            <a:pPr/>
            <a:r>
              <a:t>Automatically reads the patient's prescription using AI</a:t>
            </a:r>
          </a:p>
          <a:p>
            <a:pPr/>
            <a:r>
              <a:t>Sends a command directly to a physical robot to bring the medicine</a:t>
            </a:r>
          </a:p>
          <a:p>
            <a:pPr/>
            <a:r>
              <a:t>Provides managers with AI reports on what to buy next</a:t>
            </a:r>
          </a:p>
        </p:txBody>
      </p:sp>
      <p:pic>
        <p:nvPicPr>
          <p:cNvPr id="4" name="Picture 3" descr="software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4114800" cy="225829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05 User Analysis: Understanding Our Users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Manager (Dr. Ahmed): Needs AI insights, profit reports, and control</a:t>
            </a:r>
          </a:p>
          <a:p>
            <a:pPr/>
            <a:r>
              <a:t>Staff (Mariam): Needs a very fast, simple screen during rush hours</a:t>
            </a:r>
          </a:p>
          <a:p>
            <a:pPr/>
            <a:r>
              <a:t>Patient (Khaled): Needs convenience, Arabic language, and order tracking</a:t>
            </a:r>
          </a:p>
          <a:p>
            <a:pPr/>
            <a:r>
              <a:t>System designed specifically to solve their unique pain points</a:t>
            </a:r>
          </a:p>
        </p:txBody>
      </p:sp>
      <p:pic>
        <p:nvPicPr>
          <p:cNvPr id="4" name="Picture 3" descr="user_person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4114800" cy="209655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05 Design Requirements: Making it Simple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Large buttons and clear text so staff can work fast without errors</a:t>
            </a:r>
          </a:p>
          <a:p>
            <a:pPr/>
            <a:r>
              <a:t>Colors tell a story: Green (In Stock), Red (Expired), Yellow (Low)</a:t>
            </a:r>
          </a:p>
          <a:p>
            <a:pPr/>
            <a:r>
              <a:t>Step-by-step guides inside the app so anyone can use it</a:t>
            </a:r>
          </a:p>
          <a:p>
            <a:pPr/>
            <a:r>
              <a:t>Focus on a clean and professional medical aesthetic</a:t>
            </a:r>
          </a:p>
        </p:txBody>
      </p:sp>
      <p:pic>
        <p:nvPicPr>
          <p:cNvPr id="4" name="Picture 3" descr="design_syst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4114800" cy="265927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05 Design Requirements: Screen Flows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Navigation is flat and intuitive so users don't get lost</a:t>
            </a:r>
          </a:p>
          <a:p>
            <a:pPr/>
            <a:r>
              <a:t>Real-time tracking visually shows order status (Pending -&gt; Ready)</a:t>
            </a:r>
          </a:p>
          <a:p>
            <a:pPr/>
            <a:r>
              <a:t>Quick access sidebars for managers to view analytics</a:t>
            </a:r>
          </a:p>
          <a:p>
            <a:pPr/>
            <a:r>
              <a:t>Seamless transition from mobile app to desktop dashboard</a:t>
            </a:r>
          </a:p>
        </p:txBody>
      </p:sp>
      <p:pic>
        <p:nvPicPr>
          <p:cNvPr id="4" name="Picture 3" descr="uiux_navigation_wirefr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4114800" cy="868151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06 Literature Review: Pharmacy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Reviewed standard Pharmacy Management Systems globally</a:t>
            </a:r>
          </a:p>
          <a:p>
            <a:pPr/>
            <a:r>
              <a:t>Found a gap in local, offline-first smart systems</a:t>
            </a:r>
          </a:p>
          <a:p>
            <a:pPr/>
            <a:r>
              <a:t>Studied how AI can improve stock turnover rates</a:t>
            </a:r>
          </a:p>
          <a:p>
            <a:pPr/>
            <a:r>
              <a:t>Analyzed the integration of robotics in community pharmacies</a:t>
            </a:r>
          </a:p>
        </p:txBody>
      </p:sp>
      <p:pic>
        <p:nvPicPr>
          <p:cNvPr id="4" name="Picture 3" descr="backend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4114800" cy="198171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06 Literature Review: OCR &amp;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Evaluated top OCR engines for reading difficult texts</a:t>
            </a:r>
          </a:p>
          <a:p>
            <a:pPr/>
            <a:r>
              <a:t>Researched XGBoost and Neural Networks for demand prediction</a:t>
            </a:r>
          </a:p>
          <a:p>
            <a:pPr/>
            <a:r>
              <a:t>Studied fuzzy-matching algorithms to fix spelling mistakes</a:t>
            </a:r>
          </a:p>
          <a:p>
            <a:pPr/>
            <a:r>
              <a:t>Applied the best open-source AI tools for local LAN networks</a:t>
            </a:r>
          </a:p>
        </p:txBody>
      </p:sp>
      <p:pic>
        <p:nvPicPr>
          <p:cNvPr id="4" name="Picture 3" descr="ai_microserv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4114800" cy="283156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07 Methodology: The System Blueprint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Built a central brain (API Gateway) that handles all data requests</a:t>
            </a:r>
          </a:p>
          <a:p>
            <a:pPr/>
            <a:r>
              <a:t>Created a secure Database to store all invoices, users, and stock</a:t>
            </a:r>
          </a:p>
          <a:p>
            <a:pPr/>
            <a:r>
              <a:t>Added an AI command center that runs locally to protect privacy</a:t>
            </a:r>
          </a:p>
          <a:p>
            <a:pPr/>
            <a:r>
              <a:t>Used a microservices architecture so if one part fails, the rest works</a:t>
            </a:r>
          </a:p>
        </p:txBody>
      </p:sp>
      <p:pic>
        <p:nvPicPr>
          <p:cNvPr id="4" name="Picture 3" descr="api_gateway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4114800" cy="139609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07 Design: Database and Secure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10 core tables designed to track every pill and transaction</a:t>
            </a:r>
          </a:p>
          <a:p>
            <a:pPr/>
            <a:r>
              <a:t>Strict security rules ensuring only authorized staff can manage stock</a:t>
            </a:r>
          </a:p>
          <a:p>
            <a:pPr/>
            <a:r>
              <a:t>Real-time event streaming using WebSockets (No refreshing needed)</a:t>
            </a:r>
          </a:p>
          <a:p>
            <a:pPr/>
            <a:r>
              <a:t>Offline-first design ensures pharmacies work even if the internet drops</a:t>
            </a:r>
          </a:p>
        </p:txBody>
      </p:sp>
      <p:pic>
        <p:nvPicPr>
          <p:cNvPr id="4" name="Picture 3" descr="e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4114800" cy="299399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08 Implementation: Building the Apps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Developed the Patient App and Staff Dashboard using Flutter technology</a:t>
            </a:r>
          </a:p>
          <a:p>
            <a:pPr/>
            <a:r>
              <a:t>Flutter allows one codebase to run on Android, iOS, and Windows</a:t>
            </a:r>
          </a:p>
          <a:p>
            <a:pPr/>
            <a:r>
              <a:t>Built beautiful, responsive screens that adapt to mobile and desktop</a:t>
            </a:r>
          </a:p>
          <a:p>
            <a:pPr/>
            <a:r>
              <a:t>Integrated secure login and JWT authentication</a:t>
            </a:r>
          </a:p>
        </p:txBody>
      </p:sp>
      <p:pic>
        <p:nvPicPr>
          <p:cNvPr id="4" name="Picture 3" descr="flutter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4114800" cy="491385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08 Implementation: The Smart AI Brain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Built a Python AI service that fixes spelling mistakes in OCR reading</a:t>
            </a:r>
          </a:p>
          <a:p>
            <a:pPr/>
            <a:r>
              <a:t>Implemented an AI Chatbot where managers can type questions</a:t>
            </a:r>
          </a:p>
          <a:p>
            <a:pPr/>
            <a:r>
              <a:t>Example query: 'Which medicines are expiring next month?'</a:t>
            </a:r>
          </a:p>
          <a:p>
            <a:pPr/>
            <a:r>
              <a:t>AI predicts future sales based on historical data automatically</a:t>
            </a:r>
          </a:p>
        </p:txBody>
      </p:sp>
      <p:pic>
        <p:nvPicPr>
          <p:cNvPr id="4" name="Picture 3" descr="ai_microserv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4114800" cy="283156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08 Implementation: Physical Robot Connection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Successfully connected the software to a hardware Robot Arm</a:t>
            </a:r>
          </a:p>
          <a:p>
            <a:pPr/>
            <a:r>
              <a:t>The system sends specific X/Y/Z coordinates via a Serial Port</a:t>
            </a:r>
          </a:p>
          <a:p>
            <a:pPr/>
            <a:r>
              <a:t>The robot physically moves to the shelf, picks the box, and dispenses it</a:t>
            </a:r>
          </a:p>
          <a:p>
            <a:pPr/>
            <a:r>
              <a:t>Real-time tracking tells the staff when the robot is done</a:t>
            </a:r>
          </a:p>
        </p:txBody>
      </p:sp>
      <p:pic>
        <p:nvPicPr>
          <p:cNvPr id="4" name="Picture 3" descr="hardware_integ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4114800" cy="1216515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09 Evaluation: OCR Accuracy and Speed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Tested the system on dozens of real, messy prescriptions</a:t>
            </a:r>
          </a:p>
          <a:p>
            <a:pPr/>
            <a:r>
              <a:t>The two-pass OCR system successfully extracted the correct medicine names</a:t>
            </a:r>
          </a:p>
          <a:p>
            <a:pPr/>
            <a:r>
              <a:t>The system is extremely fast, responding in less than 1 second</a:t>
            </a:r>
          </a:p>
          <a:p>
            <a:pPr/>
            <a:r>
              <a:t>Staff saved hours previously spent on manual data entry</a:t>
            </a:r>
          </a:p>
        </p:txBody>
      </p:sp>
      <p:pic>
        <p:nvPicPr>
          <p:cNvPr id="4" name="Picture 3" descr="ocr_pipeline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4114800" cy="942187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09 Evaluation: Robot Success &amp;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The Robot successfully dispensed the correct medicine consistently</a:t>
            </a:r>
          </a:p>
          <a:p>
            <a:pPr/>
            <a:r>
              <a:t>The AI accurately highlighted medicines at risk of expiring</a:t>
            </a:r>
          </a:p>
          <a:p>
            <a:pPr/>
            <a:r>
              <a:t>System significantly reduced stockouts by warning managers early</a:t>
            </a:r>
          </a:p>
          <a:p>
            <a:pPr/>
            <a:r>
              <a:t>Seamless end-to-end test from patient phone to physical delivery</a:t>
            </a:r>
          </a:p>
        </p:txBody>
      </p:sp>
      <p:pic>
        <p:nvPicPr>
          <p:cNvPr id="4" name="Picture 3" descr="websocket_sequ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4114800" cy="1686083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10 Future Work: Network Expansion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Connecting multiple pharmacy branches into one massive network</a:t>
            </a:r>
          </a:p>
          <a:p>
            <a:pPr/>
            <a:r>
              <a:t>Allowing patients to find their medicine in the nearest branch</a:t>
            </a:r>
          </a:p>
          <a:p>
            <a:pPr/>
            <a:r>
              <a:t>Implementing enterprise cloud synchronization</a:t>
            </a:r>
          </a:p>
          <a:p>
            <a:pPr/>
            <a:r>
              <a:t>Scaling the database to handle millions of transactions</a:t>
            </a:r>
          </a:p>
        </p:txBody>
      </p:sp>
      <p:pic>
        <p:nvPicPr>
          <p:cNvPr id="4" name="Picture 3" descr="deployment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4114800" cy="248454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10 Future Work: Payments &amp;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Adding online payment directly inside the Roshetety patient app</a:t>
            </a:r>
          </a:p>
          <a:p>
            <a:pPr/>
            <a:r>
              <a:t>Using cameras to double-check that the robot picked the right box</a:t>
            </a:r>
          </a:p>
          <a:p>
            <a:pPr/>
            <a:r>
              <a:t>Expanding the AI Chatbot to provide medical advice to pharmacists</a:t>
            </a:r>
          </a:p>
          <a:p>
            <a:pPr/>
            <a:r>
              <a:t>Adding deeper integrations with national health insurance systems</a:t>
            </a:r>
          </a:p>
        </p:txBody>
      </p:sp>
      <p:pic>
        <p:nvPicPr>
          <p:cNvPr id="4" name="Picture 3" descr="security_auth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4114800" cy="396403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