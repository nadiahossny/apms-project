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Literature Review: Competitor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Target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Key Offerings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Missing Features (Why APMS is better)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Yodawy / Chefaa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E-Pharmacy / 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Patients,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Medication delivery, insurance approvals, patient 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deep pharmacy ERP, no hardware robot integration, no AI forecasting for pharmacy stock.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SofTech / PharmaCare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Pharmacy ERP / 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Pharmacists,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Inventory management, accounting, point of sale, EDA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patient-facing app, no OCR for prescriptions, lacks advanced AI demand prediction.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Global Systems (SAP/Cerner)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Enterprise Health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Large Hospital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Comprehensive enterprise management, cloud synchronization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Prohibitively expensive for local pharmacies, too complex, no native robot hardware bridge.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Our APMS &amp; Roshetety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Smart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Patients &amp; Pharmacists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OCR prescription reading, AI stock forecasting, Patient App, Hardware Robot Dispensing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(N/A - Proposed Solution)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User Analysis: Survey Results &amp;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Survey Sample: 50 participants (30 Pharmacists/Managers, 20 Patients)</a:t>
            </a:r>
          </a:p>
          <a:p>
            <a:pPr/>
            <a:r>
              <a:t>Pharmacists' Pain Points (APMS Dashboard):</a:t>
            </a:r>
          </a:p>
          <a:p>
            <a:pPr lvl="1"/>
            <a:r>
              <a:t>  - 85% struggle daily with deciphering handwritten prescriptions, causing errors.</a:t>
            </a:r>
          </a:p>
          <a:p>
            <a:pPr lvl="1"/>
            <a:r>
              <a:t>  - 70% experience financial losses due to expired medicines that were poorly tracked.</a:t>
            </a:r>
          </a:p>
          <a:p>
            <a:pPr lvl="1"/>
            <a:r>
              <a:t>  - 90% want an automated AI system to predict future demand.</a:t>
            </a:r>
          </a:p>
          <a:p>
            <a:pPr/>
            <a:r>
              <a:t>Patients' Needs (Roshetety App):</a:t>
            </a:r>
          </a:p>
          <a:p>
            <a:pPr lvl="1"/>
            <a:r>
              <a:t>  - 95% desire to check stock availability before visiting the pharmacy.</a:t>
            </a:r>
          </a:p>
          <a:p>
            <a:pPr lvl="1"/>
            <a:r>
              <a:t>  - 88% feel frustrated by long waiting times while pharmacists search for drugs.</a:t>
            </a:r>
          </a:p>
          <a:p>
            <a:pPr lvl="1"/>
            <a:r>
              <a:t>  - 80% prefer an Arabic-first mobile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Literature Review: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El-Fawal, M. et al. 'Evaluation of E-Pharmacy platforms in Egypt: Yodawy and Chefaa Case Studies.' Journal of Healthcare Management, 2023.</a:t>
            </a:r>
          </a:p>
          <a:p>
            <a:pPr/>
            <a:r>
              <a:t>'The impact of poor handwriting on prescription errors.' National Institute of Health (NIH), 2021.</a:t>
            </a:r>
          </a:p>
          <a:p>
            <a:pPr/>
            <a:r>
              <a:t>Market Reports on Egyptian Pharmacy ERP systems (SofTech, PharmaCare), 2024.</a:t>
            </a:r>
          </a:p>
          <a:p>
            <a:pPr/>
            <a:r>
              <a:t>'AI in Inventory Management and Demand Forecasting.' IEEE Transactions on Engineering Management,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