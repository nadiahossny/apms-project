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0E0E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Pharma APMS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Soft pastel Ghibli-style pharmacy exterior with a modern robotic touch, baby blue sky]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Pharma APMS: Automated Pharmacy Management System.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Bridging modern robotics with pharmacy care.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Next-generation dispensing and inventory software.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01. Introduction &amp; 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A clean, minimalist baby blue diagram showing a fast-paced pharmacy workflow]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Pharmacies face increasing daily prescription volumes.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Manual dispensing is slow and error-prone.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Automation is essential for modern healthcare.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01. Introduction &amp; 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3D render of a robotic arm gently holding a medicine bottle, soft pastel lighting]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Goal: Automate pharmacy management fully.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Motivation: Eliminate human error in dispensing.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Drive: Improve patient safety and speed.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02. Background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Split screen illustration: Pharmacist at a counter vs. backend inventory shelves]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Pharmacies manage thousands of unique medications.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Current operations rely on manual sorting.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Inventory tracking is often delayed.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02. Background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Abstract tech diagram blending hardware (robotic arm) and software (database)]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Hardware and software must work together.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Systems require real-time database updates.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Precision hardware is now highly accessible.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03.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Minimalist illustration of a frustrated pharmacist surrounded by misplaced pill bottles]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High risk of medication dispensing errors.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Manual inventory checks are time-consuming.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Mismanaged stock leads to expired drugs.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03.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Clock icon dissolving into a line graph showing delayed wait times]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Peak hours cause long patient wait times.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Staff fatigue increases inaccuracy rates.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Current systems cannot scale efficiently.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04. Available Solutions and Proposed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Icons comparing a traditional cash register system to a modern robotic arm]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Existing solutions only track software inventory.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Manual systems ignore physical dispensing bottlenecks.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Standalone robots lack full-stack integration.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04. Available Solutions and Proposed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Ghibli-inspired bright, tidy pharmacy with a sleek robotic arm working seamlessly]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Proposed Solution: Pharma APMS.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Integrated robotic arm for physical dispensing.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Full-stack software for real-time tracking.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Automated shelf management and sorting.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05. User Analysis and Design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Simple user persona card for a pharmacist, in pastel blue tones]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Target User: Busy, overwhelmed pharmacists.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Need: Intuitive, fast, error-free interfaces.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HCI Principle: Minimal cognitive load required.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05. User Analysis and Design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Wireframe sketch of a clean dashboard with large, readable buttons]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Requirement: One-click medication dispensing.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Requirement: Real-time visual inventory alerts.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Requirement: Seamless hardware error reporting.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06. Literature Review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Stack of research papers turning into digital data streams, soft blue glow]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Studied prior robotics in healthcare.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Analyzed automated inventory database systems.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Reviewed medication error reduction studies.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06. Literature Review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Minimalist bar chart graphic showing efficiency gains in medical robotics]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Robotics reduce dispensing errors significantly.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Integrated databases prevent stockouts effectively.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Gaps exist in affordable small-scale solutions.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07. Methodology and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High-level system architecture flowchart in baby blue and pastel tones]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System Architecture: Client, Server, Hardware.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Client: React.js web interface.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Server: Node.js API backend.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Hardware: Robotic arm controller.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07. Methodology and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Entity-Relationship Diagram (ERD) focusing on medications and prescriptions]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Database Schema: PostgreSQL relational model.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Tables: Users, Medications, Prescriptions, Inventory.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Focus on ACID compliance and speed.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07. Methodology and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3D CAD drawing of the robotic arm and pharmacy shelving unit]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Hardware Design: Custom shelving grid.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Robotic arm mapped to XYZ coordinates.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Dispenser designed for standard medicine boxes.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08. 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Code snippet graphic layered over a React frontend dashboard]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Frontend built with React.js.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Used minimalist, pastel CSS styling.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Real-time updates via WebSockets.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08. 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Node.js logo connected to a PostgreSQL database cylinder]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Backend powered by Node.js.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RESTful API handles client requests.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PostgreSQL manages persistent data securely.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08. 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Close-up of the robotic arm's gripper holding a box, LED status lights on]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Robotic arm controlled via serial communication.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Coordinates calculated from database locations.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Safety protocols implemented for mis-picks.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09. Evaluation and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Dashboard showing a 99.9% accuracy metric surrounded by a soft glow]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Tested robotic arm dispensing accuracy.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Achieved high precision in box retrieval.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Zero medication mix-ups recorded.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09. Evaluation and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Line graph comparing manual dispensing time vs. APMS time]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Dispensing speed improved significantly.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Software response time under 100ms.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System reliability proven during stress tests.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10.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Futuristic yet soft-toned pharmacy layout with multiple robotic arms]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Scale system for larger pharmacy warehouses.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Integrate AI for predictive inventory restocking.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Add barcode scanning for patient verification.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10.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200400"/>
          </a:xfrm>
          <a:prstGeom prst="rect">
            <a:avLst/>
          </a:prstGeom>
          <a:solidFill>
            <a:srgbClr val="E6E6F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[Image: Mobile phone showing a patient app connected to the pharmacy]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Develop mobile app for patient orders.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Integrate with national healthcare databases.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Expand robotic arm to handle liquids.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2026-06-13T17:41:03Z</dcterms:created>
  <dcterms:modified xsi:type="dcterms:W3CDTF">2026-06-13T17:41:03Z</dcterms:modified>
</cp:coreProperties>
</file>